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5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A84C-8FB2-C860-B3EA-65C6AE4DB0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1E68D7-6601-2CA9-8FF3-4F76257D2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8381C-54AC-2CAA-B47B-966010D53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8DE1A-AEDF-2957-0969-43C46D3CF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3FE619-6EFF-1E22-C7ED-A247B5170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7936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A103-D96E-A6DC-6D35-DB82D36D2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0B295-B9C0-7C6D-837C-6C76AFD3A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06761-EB66-6581-6185-E9323DDFC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A9768-2BF7-17CC-7E53-8CF63F634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D54A7-4C57-2C13-AC85-57796642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0357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90C6-244E-0626-6816-D732130A0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C72026-4554-4F85-40C7-AD6AC45FA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5E44F-D827-910C-8412-8574F1AA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1011-7C9A-39DC-97C8-165F7233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18FEA-576A-0BF3-8AB2-66EEBB70B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9722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3C62D-C1AB-97B5-86FB-81BC8DD2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FF848E-2DCD-DDC4-7142-05FA921E1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B62B2-DD50-965B-438B-6BE2B172FA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B2354-FE11-2A2C-94FB-E7229BC65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94ED8-069A-040C-010D-75419301B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D193E-AF17-C6CE-35C5-D5611589C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2356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39C46-21E7-4FA4-447C-DF3115CE1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F924-B9F4-D5B9-2388-041A07515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4CADF-8694-57F2-EC04-62F2691D2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E270F-85CB-6778-20B4-869E548507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493713-FF44-8FA2-9318-3D2F7853C0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0EBEB2-3B1F-9FDD-082D-61F5783DC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D558E8-D306-92D5-0E07-020A28A6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3B751-2790-D4CD-0842-13FA16E7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3856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E6390-86D4-BAD6-8A65-E4542F33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3BCF6-C20B-7FB2-03CB-B425827BE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FC1C2-2064-4EE2-A146-3B70304AA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CEF85-6FDC-5C2D-F90E-9525F4C93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87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9B145E-177D-54A3-476E-43C6F608D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41DA31-572D-CADF-FD09-B284862AB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B58CA-D0A2-EAD2-EA96-73E034B47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21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3C41-E241-57F4-A6A5-B7370E147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6BFC-E92A-231E-E2B7-DC4EF6452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ECB34-5972-25AD-B99F-A8D675347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07125D-4EFE-2347-D82B-C546EF9F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263761-CC8C-0AA0-2384-93A08FFA4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61902-774F-581B-50FC-C520524E0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08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FB26-5295-20B6-EDFF-FD05407A8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4FFCE5-8B72-7B08-BF9D-742A9A627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CA632-E409-93C3-BF21-4D9874BE8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8AC0CE-8112-1939-8E63-335CDF40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34304-0203-C927-1105-12A9DFDC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04F17B-C86C-98D1-2E77-0608182E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3400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4BFE9-F16F-5E8B-9899-E69BCEDE6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17B0C-C4C0-5E36-2550-EF7953FD1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2AA16-66F4-0874-D4FD-650310C80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07F1A-7885-D36D-097E-CAFBD512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073D-677F-D919-D15E-44D8CA91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635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6636C0-1950-4749-828C-53A306CCAA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9781D-2C63-0BD1-BA21-AAB67EFA2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36CE1-E80D-55B8-EE02-195785780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7568B-D092-5A8C-3CE4-757E54E68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C58D8-DB9E-5537-7413-37B243F7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591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966A83-6F30-0186-E126-5D0DD9940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5938EC-0410-6FEC-C2EE-DA307F502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0C6C42-D960-EE9F-D935-F7A755A4D4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7311C-F1BD-4F0C-B2E4-EB20F33A3968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D5A0D-C74F-1657-2029-1ABA219F6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70560-02B2-F873-DCAE-4FBF8826E3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6DCB85-CBF3-4583-A110-93F35D4E56B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158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3721C-109E-CE8F-F66C-46275A3742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Solution: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95DAA-9A86-D2E0-8606-D1D9AE75AE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Tri-Protos: UART + I2C + SPI</a:t>
            </a:r>
          </a:p>
          <a:p>
            <a:endParaRPr lang="fr-F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A320F7-AB60-E34C-810E-605BB117F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9100" y="2366963"/>
            <a:ext cx="1295400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07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48AB-4CB1-B750-244A-9476CD9C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Solution </a:t>
            </a:r>
            <a:r>
              <a:rPr lang="fr-FR" dirty="0" err="1"/>
              <a:t>Uart</a:t>
            </a:r>
            <a:endParaRPr lang="fr-FR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F90F04-BB7F-73BE-683B-AAF7001928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40853" y="496900"/>
            <a:ext cx="6839479" cy="549486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31E6B-6804-2733-1E47-F7D7EA786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fr-FR" dirty="0"/>
              <a:t>1: Open the capture file.</a:t>
            </a:r>
          </a:p>
          <a:p>
            <a:pPr marL="285750" indent="-285750">
              <a:buFontTx/>
              <a:buChar char="-"/>
            </a:pPr>
            <a:r>
              <a:rPr lang="fr-FR" dirty="0"/>
              <a:t>2: </a:t>
            </a:r>
            <a:r>
              <a:rPr lang="en-US" dirty="0"/>
              <a:t>Section containing the captured frames.</a:t>
            </a:r>
          </a:p>
          <a:p>
            <a:pPr marL="285750" indent="-285750">
              <a:buFontTx/>
              <a:buChar char="-"/>
            </a:pPr>
            <a:r>
              <a:rPr lang="fr-FR" dirty="0"/>
              <a:t>3: Click </a:t>
            </a:r>
            <a:r>
              <a:rPr lang="fr-FR" dirty="0" err="1"/>
              <a:t>here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protocole (UART)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E3D0A0-2F33-7198-C4AA-D30D7AE5B139}"/>
              </a:ext>
            </a:extLst>
          </p:cNvPr>
          <p:cNvSpPr/>
          <p:nvPr/>
        </p:nvSpPr>
        <p:spPr>
          <a:xfrm>
            <a:off x="5359400" y="795866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524FE-1F51-FE67-5066-D1DBF8DA9D2F}"/>
              </a:ext>
            </a:extLst>
          </p:cNvPr>
          <p:cNvSpPr txBox="1"/>
          <p:nvPr/>
        </p:nvSpPr>
        <p:spPr>
          <a:xfrm>
            <a:off x="5359400" y="117000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2795FC-A4B6-6F6A-2415-49728ABCD88B}"/>
              </a:ext>
            </a:extLst>
          </p:cNvPr>
          <p:cNvSpPr txBox="1"/>
          <p:nvPr/>
        </p:nvSpPr>
        <p:spPr>
          <a:xfrm>
            <a:off x="6096000" y="3059668"/>
            <a:ext cx="604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ABB537-D1A0-35F0-10BE-B423755A3FE1}"/>
              </a:ext>
            </a:extLst>
          </p:cNvPr>
          <p:cNvSpPr/>
          <p:nvPr/>
        </p:nvSpPr>
        <p:spPr>
          <a:xfrm>
            <a:off x="6965422" y="822868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D6B723-0979-2C52-5A71-FBE5B074CD14}"/>
              </a:ext>
            </a:extLst>
          </p:cNvPr>
          <p:cNvSpPr txBox="1"/>
          <p:nvPr/>
        </p:nvSpPr>
        <p:spPr>
          <a:xfrm>
            <a:off x="6965422" y="12573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27409C5-831E-23E7-6C01-E18D368F4F30}"/>
              </a:ext>
            </a:extLst>
          </p:cNvPr>
          <p:cNvSpPr/>
          <p:nvPr/>
        </p:nvSpPr>
        <p:spPr>
          <a:xfrm>
            <a:off x="6025622" y="2643201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C1E6DD-2C7D-D0F3-D333-0E0AA735F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444" y="3502751"/>
            <a:ext cx="1295581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75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2754B-5EDF-CED4-39BB-9744EF1E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7556-DCB2-85D9-5DD4-F5F8C9BD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68" y="457200"/>
            <a:ext cx="3407266" cy="1600200"/>
          </a:xfrm>
        </p:spPr>
        <p:txBody>
          <a:bodyPr/>
          <a:lstStyle/>
          <a:p>
            <a:r>
              <a:rPr lang="fr-FR" dirty="0"/>
              <a:t>Solution </a:t>
            </a:r>
            <a:r>
              <a:rPr lang="fr-FR" dirty="0" err="1"/>
              <a:t>Uart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AF3D2-6C95-BFFE-F158-2B68039E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89" y="2057400"/>
            <a:ext cx="3732212" cy="381158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fr-FR" dirty="0"/>
              <a:t>4: </a:t>
            </a:r>
            <a:r>
              <a:rPr lang="fr-FR" dirty="0" err="1"/>
              <a:t>Search</a:t>
            </a:r>
            <a:r>
              <a:rPr lang="fr-FR" dirty="0"/>
              <a:t> UART and click on</a:t>
            </a:r>
          </a:p>
          <a:p>
            <a:pPr marL="285750" indent="-285750">
              <a:buFontTx/>
              <a:buChar char="-"/>
            </a:pPr>
            <a:r>
              <a:rPr lang="fr-FR" dirty="0"/>
              <a:t>5: Open menu, a settings are: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RX: D0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TX: D1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Baud rate: 9600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Data bits: 8</a:t>
            </a:r>
          </a:p>
          <a:p>
            <a:pPr marL="742950" lvl="1" indent="-285750">
              <a:buFontTx/>
              <a:buChar char="-"/>
            </a:pPr>
            <a:r>
              <a:rPr lang="fr-FR" dirty="0" err="1"/>
              <a:t>Parity</a:t>
            </a:r>
            <a:r>
              <a:rPr lang="fr-FR" dirty="0"/>
              <a:t>: None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Stop bits: 1.0</a:t>
            </a:r>
          </a:p>
          <a:p>
            <a:pPr marL="742950" lvl="1" indent="-285750">
              <a:buFontTx/>
              <a:buChar char="-"/>
            </a:pPr>
            <a:r>
              <a:rPr lang="fr-FR" dirty="0"/>
              <a:t>Bit </a:t>
            </a:r>
            <a:r>
              <a:rPr lang="fr-FR" dirty="0" err="1"/>
              <a:t>order</a:t>
            </a:r>
            <a:r>
              <a:rPr lang="fr-FR" dirty="0"/>
              <a:t>: </a:t>
            </a:r>
            <a:r>
              <a:rPr lang="fr-FR" dirty="0" err="1"/>
              <a:t>lsb-fist</a:t>
            </a:r>
            <a:endParaRPr lang="fr-FR" dirty="0"/>
          </a:p>
          <a:p>
            <a:pPr marL="742950" lvl="1" indent="-285750">
              <a:buFontTx/>
              <a:buChar char="-"/>
            </a:pPr>
            <a:r>
              <a:rPr lang="fr-FR" dirty="0"/>
              <a:t>Data format: ASCII</a:t>
            </a:r>
            <a:br>
              <a:rPr lang="fr-FR" dirty="0"/>
            </a:b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F7335-AFC5-29AA-D5DF-AAE3485DC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270" y="619680"/>
            <a:ext cx="8034663" cy="4775199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8A4683A-1905-6C16-6C64-5D0FC5BF122D}"/>
              </a:ext>
            </a:extLst>
          </p:cNvPr>
          <p:cNvSpPr/>
          <p:nvPr/>
        </p:nvSpPr>
        <p:spPr>
          <a:xfrm>
            <a:off x="10945732" y="1164974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37B562-94B1-2315-34CF-20AF43DC0EEF}"/>
              </a:ext>
            </a:extLst>
          </p:cNvPr>
          <p:cNvSpPr txBox="1"/>
          <p:nvPr/>
        </p:nvSpPr>
        <p:spPr>
          <a:xfrm>
            <a:off x="10945732" y="156953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CB8531-0DA8-69DC-2453-6709467300A6}"/>
              </a:ext>
            </a:extLst>
          </p:cNvPr>
          <p:cNvSpPr/>
          <p:nvPr/>
        </p:nvSpPr>
        <p:spPr>
          <a:xfrm>
            <a:off x="3966270" y="4077507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AE9D4-E4C8-69DE-F829-FC5DB599CEE8}"/>
              </a:ext>
            </a:extLst>
          </p:cNvPr>
          <p:cNvSpPr txBox="1"/>
          <p:nvPr/>
        </p:nvSpPr>
        <p:spPr>
          <a:xfrm>
            <a:off x="3923937" y="435576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2073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35B97-E4E8-736C-4904-B96ED85FF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6962-C1A0-DBB0-E856-25120CD28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68" y="457200"/>
            <a:ext cx="3407266" cy="1600200"/>
          </a:xfrm>
        </p:spPr>
        <p:txBody>
          <a:bodyPr/>
          <a:lstStyle/>
          <a:p>
            <a:r>
              <a:rPr lang="fr-FR" dirty="0"/>
              <a:t>Solution </a:t>
            </a:r>
            <a:r>
              <a:rPr lang="fr-FR" dirty="0" err="1"/>
              <a:t>Uart</a:t>
            </a:r>
            <a:endParaRPr lang="fr-FR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863D2-A652-E90B-31E2-9B3AB3BB1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8589" y="2057400"/>
            <a:ext cx="3732212" cy="381158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fr-FR" dirty="0"/>
              <a:t>Zoom on </a:t>
            </a:r>
            <a:r>
              <a:rPr lang="fr-FR" dirty="0" err="1"/>
              <a:t>largest</a:t>
            </a:r>
            <a:r>
              <a:rPr lang="fr-FR" dirty="0"/>
              <a:t> tram</a:t>
            </a:r>
            <a:br>
              <a:rPr lang="fr-FR" dirty="0"/>
            </a:br>
            <a:endParaRPr lang="fr-FR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85046-A3CB-8B4E-C3BC-4CF79600929A}"/>
              </a:ext>
            </a:extLst>
          </p:cNvPr>
          <p:cNvSpPr/>
          <p:nvPr/>
        </p:nvSpPr>
        <p:spPr>
          <a:xfrm>
            <a:off x="10945732" y="1164974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878E1-61C0-F6CC-B9D0-43367B44A56F}"/>
              </a:ext>
            </a:extLst>
          </p:cNvPr>
          <p:cNvSpPr txBox="1"/>
          <p:nvPr/>
        </p:nvSpPr>
        <p:spPr>
          <a:xfrm>
            <a:off x="10945732" y="156953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27A0FA8-658C-E79E-1F21-A52ADA607421}"/>
              </a:ext>
            </a:extLst>
          </p:cNvPr>
          <p:cNvSpPr/>
          <p:nvPr/>
        </p:nvSpPr>
        <p:spPr>
          <a:xfrm>
            <a:off x="3966270" y="4077507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A33C0B-BD9F-2541-AF77-A3DD05B4B4A1}"/>
              </a:ext>
            </a:extLst>
          </p:cNvPr>
          <p:cNvSpPr txBox="1"/>
          <p:nvPr/>
        </p:nvSpPr>
        <p:spPr>
          <a:xfrm>
            <a:off x="3923937" y="435576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CEE08-5FBC-B134-F125-9BE40E884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334" y="817841"/>
            <a:ext cx="8484330" cy="501225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F94DD47-41EC-6F34-9301-9C8D8396B7E1}"/>
              </a:ext>
            </a:extLst>
          </p:cNvPr>
          <p:cNvSpPr/>
          <p:nvPr/>
        </p:nvSpPr>
        <p:spPr>
          <a:xfrm>
            <a:off x="4385733" y="4355761"/>
            <a:ext cx="5350934" cy="89357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468D5D-EA0C-7B0E-B597-8B8715059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1195" y="4238523"/>
            <a:ext cx="2031784" cy="152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37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904FB-4365-1019-283E-81910BD4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180B4-0DDE-4B08-0F70-E3C6C1C57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/>
          <a:lstStyle/>
          <a:p>
            <a:r>
              <a:rPr lang="fr-FR" dirty="0"/>
              <a:t>Solution I2C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A93A62-9EEC-6047-D355-2FFAC1687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0" y="1600200"/>
            <a:ext cx="3285067" cy="381158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fr-FR" dirty="0"/>
              <a:t>1: Open the capture file.</a:t>
            </a:r>
          </a:p>
          <a:p>
            <a:pPr marL="285750" indent="-285750">
              <a:buFontTx/>
              <a:buChar char="-"/>
            </a:pPr>
            <a:r>
              <a:rPr lang="fr-FR" dirty="0"/>
              <a:t>2: </a:t>
            </a:r>
            <a:r>
              <a:rPr lang="en-US" dirty="0"/>
              <a:t>Section containing the captured frames.</a:t>
            </a:r>
          </a:p>
          <a:p>
            <a:pPr marL="285750" indent="-285750">
              <a:buFontTx/>
              <a:buChar char="-"/>
            </a:pPr>
            <a:r>
              <a:rPr lang="fr-FR" dirty="0"/>
              <a:t>3: Click </a:t>
            </a:r>
            <a:r>
              <a:rPr lang="fr-FR" dirty="0" err="1"/>
              <a:t>here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protocole (I2C)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415476F-AB42-8D9E-4F48-7793CF98E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648" y="817256"/>
            <a:ext cx="8336352" cy="4931610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2A4F12F1-AE68-8917-A157-2AEB409FC477}"/>
              </a:ext>
            </a:extLst>
          </p:cNvPr>
          <p:cNvSpPr/>
          <p:nvPr/>
        </p:nvSpPr>
        <p:spPr>
          <a:xfrm>
            <a:off x="4111694" y="1062568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DE5E82-89D5-E33E-0213-95A0308113DE}"/>
              </a:ext>
            </a:extLst>
          </p:cNvPr>
          <p:cNvSpPr txBox="1"/>
          <p:nvPr/>
        </p:nvSpPr>
        <p:spPr>
          <a:xfrm>
            <a:off x="4111694" y="140970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8A54DC-90D6-71CA-1A19-3F0A78615576}"/>
              </a:ext>
            </a:extLst>
          </p:cNvPr>
          <p:cNvSpPr/>
          <p:nvPr/>
        </p:nvSpPr>
        <p:spPr>
          <a:xfrm>
            <a:off x="6096000" y="1063601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BE522B-8655-C314-4C5B-D6E9AE774B21}"/>
              </a:ext>
            </a:extLst>
          </p:cNvPr>
          <p:cNvSpPr txBox="1"/>
          <p:nvPr/>
        </p:nvSpPr>
        <p:spPr>
          <a:xfrm>
            <a:off x="6096000" y="140970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1B2BE09-66DA-0D69-7BE5-AE5576620AF4}"/>
              </a:ext>
            </a:extLst>
          </p:cNvPr>
          <p:cNvSpPr/>
          <p:nvPr/>
        </p:nvSpPr>
        <p:spPr>
          <a:xfrm>
            <a:off x="4336590" y="2781523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7B5919-F250-0F48-CA9A-3B380ACE70E5}"/>
              </a:ext>
            </a:extLst>
          </p:cNvPr>
          <p:cNvSpPr txBox="1"/>
          <p:nvPr/>
        </p:nvSpPr>
        <p:spPr>
          <a:xfrm>
            <a:off x="11296190" y="1791956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7866C3-CD10-029F-6827-FB67156568F5}"/>
              </a:ext>
            </a:extLst>
          </p:cNvPr>
          <p:cNvSpPr txBox="1"/>
          <p:nvPr/>
        </p:nvSpPr>
        <p:spPr>
          <a:xfrm>
            <a:off x="4336590" y="320995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79CD33-CEF4-7C90-7F96-CFC2FBE3DF8F}"/>
              </a:ext>
            </a:extLst>
          </p:cNvPr>
          <p:cNvSpPr/>
          <p:nvPr/>
        </p:nvSpPr>
        <p:spPr>
          <a:xfrm>
            <a:off x="11296190" y="1444823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8137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E284-C512-149E-97FE-8B381AB1C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C0F2E-A385-143B-ED9B-F2D2FE35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/>
          <a:lstStyle/>
          <a:p>
            <a:r>
              <a:rPr lang="fr-FR" dirty="0"/>
              <a:t>Solution I2C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0FC62-371F-EBB3-1191-E14305EFC0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7923" y="1600200"/>
            <a:ext cx="3285067" cy="3811588"/>
          </a:xfrm>
        </p:spPr>
        <p:txBody>
          <a:bodyPr/>
          <a:lstStyle/>
          <a:p>
            <a:r>
              <a:rPr lang="fr-FR" dirty="0"/>
              <a:t>Like UART, put D0 on SCL and SDA on D1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88A8F6-FC74-892C-F69B-78628FF8A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7800" y="470123"/>
            <a:ext cx="4896533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84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5C6F-3158-E7D9-2A8E-5CB85D7C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1D25-B083-51EF-3E00-4EAD066FF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/>
          <a:lstStyle/>
          <a:p>
            <a:r>
              <a:rPr lang="fr-FR" dirty="0"/>
              <a:t>Solution I2C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AEEB2-21B9-7653-A2F2-96D432497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7923" y="1600200"/>
            <a:ext cx="3285067" cy="3811588"/>
          </a:xfrm>
        </p:spPr>
        <p:txBody>
          <a:bodyPr/>
          <a:lstStyle/>
          <a:p>
            <a:r>
              <a:rPr lang="fr-FR" dirty="0"/>
              <a:t>In DW case, </a:t>
            </a:r>
            <a:r>
              <a:rPr lang="fr-FR" dirty="0" err="1"/>
              <a:t>you</a:t>
            </a:r>
            <a:r>
              <a:rPr lang="fr-FR" dirty="0"/>
              <a:t> have flag.</a:t>
            </a:r>
            <a:br>
              <a:rPr lang="fr-FR" dirty="0"/>
            </a:br>
            <a:r>
              <a:rPr lang="fr-FR" dirty="0"/>
              <a:t>But </a:t>
            </a:r>
            <a:r>
              <a:rPr lang="fr-FR" dirty="0" err="1"/>
              <a:t>there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second option.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3CB639-E24F-B7BD-2F7A-10BCF2C08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0590" y="1186588"/>
            <a:ext cx="8562810" cy="5038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18643A-B557-3D0C-8B2A-9282018838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37" y="2258385"/>
            <a:ext cx="2896716" cy="2172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2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56880-2FF0-A04C-2E5C-76C9389ED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D7E40-7976-885D-D64D-F0E1E57D2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32237" cy="1600200"/>
          </a:xfrm>
        </p:spPr>
        <p:txBody>
          <a:bodyPr/>
          <a:lstStyle/>
          <a:p>
            <a:r>
              <a:rPr lang="fr-FR" dirty="0"/>
              <a:t>Solution I2C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18EC21-E93A-CACD-311B-E91796EDF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87924" y="1600200"/>
            <a:ext cx="2699210" cy="3811588"/>
          </a:xfrm>
        </p:spPr>
        <p:txBody>
          <a:bodyPr/>
          <a:lstStyle/>
          <a:p>
            <a:r>
              <a:rPr lang="fr-FR" dirty="0"/>
              <a:t>1: click on down </a:t>
            </a:r>
            <a:r>
              <a:rPr lang="fr-FR" dirty="0" err="1"/>
              <a:t>arrow</a:t>
            </a:r>
            <a:r>
              <a:rPr lang="fr-FR" dirty="0"/>
              <a:t> and </a:t>
            </a:r>
            <a:r>
              <a:rPr lang="fr-FR" dirty="0" err="1"/>
              <a:t>choose</a:t>
            </a:r>
            <a:r>
              <a:rPr lang="fr-FR" dirty="0"/>
              <a:t> «  </a:t>
            </a:r>
            <a:r>
              <a:rPr lang="fr-FR" dirty="0" err="1"/>
              <a:t>Binary</a:t>
            </a:r>
            <a:r>
              <a:rPr lang="fr-FR" dirty="0"/>
              <a:t> </a:t>
            </a:r>
            <a:r>
              <a:rPr lang="fr-FR" dirty="0" err="1"/>
              <a:t>decoder</a:t>
            </a:r>
            <a:r>
              <a:rPr lang="fr-FR" dirty="0"/>
              <a:t> output </a:t>
            </a:r>
            <a:r>
              <a:rPr lang="fr-FR" dirty="0" err="1"/>
              <a:t>view</a:t>
            </a:r>
            <a:r>
              <a:rPr lang="fr-FR" dirty="0"/>
              <a:t>»</a:t>
            </a:r>
          </a:p>
          <a:p>
            <a:r>
              <a:rPr lang="fr-FR" dirty="0"/>
              <a:t>2: </a:t>
            </a:r>
            <a:r>
              <a:rPr lang="fr-FR" dirty="0" err="1"/>
              <a:t>Choose</a:t>
            </a:r>
            <a:r>
              <a:rPr lang="fr-FR" dirty="0"/>
              <a:t> data </a:t>
            </a:r>
            <a:r>
              <a:rPr lang="fr-FR" dirty="0" err="1"/>
              <a:t>write</a:t>
            </a:r>
            <a:r>
              <a:rPr lang="fr-FR" dirty="0"/>
              <a:t> </a:t>
            </a:r>
          </a:p>
          <a:p>
            <a:r>
              <a:rPr lang="fr-FR" dirty="0"/>
              <a:t>3: part of flag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here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B34CA7-23AC-F8BE-F8D2-86F0F3688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71" y="1035340"/>
            <a:ext cx="9154829" cy="4941309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03D0DBDA-7439-D0F3-7C7E-888BC91E1245}"/>
              </a:ext>
            </a:extLst>
          </p:cNvPr>
          <p:cNvSpPr/>
          <p:nvPr/>
        </p:nvSpPr>
        <p:spPr>
          <a:xfrm>
            <a:off x="3168190" y="1426633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BC0C01-F319-D897-85DF-C0FB1F6E7502}"/>
              </a:ext>
            </a:extLst>
          </p:cNvPr>
          <p:cNvSpPr txBox="1"/>
          <p:nvPr/>
        </p:nvSpPr>
        <p:spPr>
          <a:xfrm>
            <a:off x="3168190" y="1885657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5FA50F3-E671-65A4-4944-DFB57C71699D}"/>
              </a:ext>
            </a:extLst>
          </p:cNvPr>
          <p:cNvSpPr/>
          <p:nvPr/>
        </p:nvSpPr>
        <p:spPr>
          <a:xfrm>
            <a:off x="9865324" y="1333499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071046-A561-4F5B-046F-B29056CE1A22}"/>
              </a:ext>
            </a:extLst>
          </p:cNvPr>
          <p:cNvSpPr txBox="1"/>
          <p:nvPr/>
        </p:nvSpPr>
        <p:spPr>
          <a:xfrm>
            <a:off x="9865324" y="171405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42090DE-D380-4D51-B9BC-1E1F85C21934}"/>
              </a:ext>
            </a:extLst>
          </p:cNvPr>
          <p:cNvSpPr/>
          <p:nvPr/>
        </p:nvSpPr>
        <p:spPr>
          <a:xfrm>
            <a:off x="11558657" y="1773766"/>
            <a:ext cx="304800" cy="347133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763057-F1B9-3A3B-08B1-478D62F5B98A}"/>
              </a:ext>
            </a:extLst>
          </p:cNvPr>
          <p:cNvSpPr txBox="1"/>
          <p:nvPr/>
        </p:nvSpPr>
        <p:spPr>
          <a:xfrm>
            <a:off x="11499390" y="2233821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E8965D9-5C1F-8C49-B930-A5A0C15928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270" y="2301466"/>
            <a:ext cx="2011379" cy="150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02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190</Words>
  <Application>Microsoft Macintosh PowerPoint</Application>
  <PresentationFormat>Grand écran</PresentationFormat>
  <Paragraphs>45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Solution:</vt:lpstr>
      <vt:lpstr>Solution Uart</vt:lpstr>
      <vt:lpstr>Solution Uart</vt:lpstr>
      <vt:lpstr>Solution Uart</vt:lpstr>
      <vt:lpstr>Solution I2C</vt:lpstr>
      <vt:lpstr>Solution I2C</vt:lpstr>
      <vt:lpstr>Solution I2C</vt:lpstr>
      <vt:lpstr>Solution I2C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 RODRIGUEZ</dc:creator>
  <cp:lastModifiedBy>ROBIN RODRIGUEZ</cp:lastModifiedBy>
  <cp:revision>10</cp:revision>
  <dcterms:created xsi:type="dcterms:W3CDTF">2025-11-05T08:29:52Z</dcterms:created>
  <dcterms:modified xsi:type="dcterms:W3CDTF">2025-11-12T19:10:02Z</dcterms:modified>
</cp:coreProperties>
</file>